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5" r:id="rId9"/>
    <p:sldId id="263" r:id="rId10"/>
    <p:sldId id="264" r:id="rId11"/>
    <p:sldId id="265" r:id="rId12"/>
    <p:sldId id="266" r:id="rId13"/>
    <p:sldId id="292" r:id="rId14"/>
    <p:sldId id="293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96" r:id="rId23"/>
    <p:sldId id="285" r:id="rId24"/>
    <p:sldId id="274" r:id="rId25"/>
    <p:sldId id="298" r:id="rId26"/>
    <p:sldId id="275" r:id="rId27"/>
    <p:sldId id="299" r:id="rId28"/>
    <p:sldId id="276" r:id="rId29"/>
    <p:sldId id="286" r:id="rId30"/>
    <p:sldId id="277" r:id="rId31"/>
    <p:sldId id="287" r:id="rId32"/>
    <p:sldId id="297" r:id="rId33"/>
    <p:sldId id="278" r:id="rId34"/>
    <p:sldId id="288" r:id="rId35"/>
    <p:sldId id="279" r:id="rId36"/>
    <p:sldId id="289" r:id="rId37"/>
    <p:sldId id="280" r:id="rId38"/>
    <p:sldId id="290" r:id="rId39"/>
    <p:sldId id="281" r:id="rId40"/>
    <p:sldId id="291" r:id="rId41"/>
    <p:sldId id="283" r:id="rId42"/>
    <p:sldId id="294" r:id="rId4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25" autoAdjust="0"/>
  </p:normalViewPr>
  <p:slideViewPr>
    <p:cSldViewPr>
      <p:cViewPr varScale="1">
        <p:scale>
          <a:sx n="89" d="100"/>
          <a:sy n="89" d="100"/>
        </p:scale>
        <p:origin x="-120" y="-5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ED98-DB4E-4E7B-8152-FFBAA2BE1E1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719FE-8768-45C1-B9E9-652E1A456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51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48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33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33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33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630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63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938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938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50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179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719FE-8768-45C1-B9E9-652E1A4566E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98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15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17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09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19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6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98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59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44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75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8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D6D86-BBCA-431C-963D-44AF777091BA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E91C4-8AE2-4C62-9B29-164F2E1C0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00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7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0974"/>
          </a:xfrm>
          <a:prstGeom prst="rect">
            <a:avLst/>
          </a:prstGeom>
        </p:spPr>
      </p:pic>
      <p:sp>
        <p:nvSpPr>
          <p:cNvPr id="13" name="내용 개체 틀 1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500" dirty="0" smtClean="0">
              <a:latin typeface="Arabic Typesetting" pitchFamily="66" charset="-78"/>
              <a:ea typeface="한컴 쿨재즈 B" pitchFamily="18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66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Hair Shop</a:t>
            </a:r>
          </a:p>
          <a:p>
            <a:pPr marL="0" indent="0">
              <a:buNone/>
            </a:pPr>
            <a:r>
              <a:rPr lang="en-US" altLang="ko-KR" sz="66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         Customer Information</a:t>
            </a:r>
          </a:p>
          <a:p>
            <a:pPr marL="0" indent="0">
              <a:buNone/>
            </a:pPr>
            <a:r>
              <a:rPr lang="en-US" altLang="ko-KR" sz="66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                                  Program</a:t>
            </a:r>
            <a:endParaRPr lang="en-US" altLang="ko-KR" sz="6600" dirty="0">
              <a:latin typeface="Arabic Typesetting" pitchFamily="66" charset="-78"/>
              <a:ea typeface="한컴 쿨재즈 B" pitchFamily="18" charset="-127"/>
              <a:cs typeface="Arabic Typesetting" pitchFamily="66" charset="-78"/>
            </a:endParaRPr>
          </a:p>
          <a:p>
            <a:pPr marL="0" indent="0" algn="r">
              <a:buNone/>
            </a:pPr>
            <a:r>
              <a:rPr lang="ko-KR" altLang="en-US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융합 소프트웨어 개발자  </a:t>
            </a:r>
            <a:r>
              <a:rPr lang="en-US" altLang="ko-KR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1</a:t>
            </a:r>
            <a:r>
              <a:rPr lang="ko-KR" altLang="en-US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차 프로젝트  </a:t>
            </a:r>
            <a:r>
              <a:rPr lang="en-US" altLang="ko-KR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-</a:t>
            </a:r>
          </a:p>
          <a:p>
            <a:pPr marL="0" indent="0" algn="r">
              <a:buNone/>
            </a:pPr>
            <a:r>
              <a:rPr lang="en-US" altLang="ko-KR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   2018.08.06 ~ 2018.08.28   -</a:t>
            </a:r>
          </a:p>
          <a:p>
            <a:pPr marL="0" indent="0" algn="r">
              <a:buNone/>
            </a:pPr>
            <a:r>
              <a:rPr lang="ko-KR" altLang="en-US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우태수  </a:t>
            </a:r>
            <a:r>
              <a:rPr lang="en-US" altLang="ko-KR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-  </a:t>
            </a:r>
            <a:r>
              <a:rPr lang="ko-KR" altLang="en-US" sz="40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  </a:t>
            </a:r>
            <a:endParaRPr lang="en-US" altLang="ko-KR" sz="4000" dirty="0" smtClean="0">
              <a:latin typeface="Arabic Typesetting" pitchFamily="66" charset="-78"/>
              <a:ea typeface="한컴 쿨재즈 B" pitchFamily="18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462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" y="0"/>
            <a:ext cx="9133716" cy="6858000"/>
          </a:xfrm>
        </p:spPr>
      </p:pic>
      <p:sp>
        <p:nvSpPr>
          <p:cNvPr id="13" name="내용 개체 틀 12"/>
          <p:cNvSpPr txBox="1">
            <a:spLocks/>
          </p:cNvSpPr>
          <p:nvPr/>
        </p:nvSpPr>
        <p:spPr>
          <a:xfrm>
            <a:off x="457200" y="260648"/>
            <a:ext cx="8229600" cy="604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ko-KR" altLang="en-US" sz="3600" dirty="0">
              <a:latin typeface="Arabic Typesetting" pitchFamily="66" charset="-78"/>
              <a:ea typeface="한컴 쿨재즈 B" pitchFamily="18" charset="-127"/>
              <a:cs typeface="Arabic Typesetting" pitchFamily="66" charset="-78"/>
            </a:endParaRPr>
          </a:p>
        </p:txBody>
      </p:sp>
      <p:sp>
        <p:nvSpPr>
          <p:cNvPr id="14" name="내용 개체 틀 12"/>
          <p:cNvSpPr txBox="1">
            <a:spLocks/>
          </p:cNvSpPr>
          <p:nvPr/>
        </p:nvSpPr>
        <p:spPr>
          <a:xfrm>
            <a:off x="457200" y="260648"/>
            <a:ext cx="8229600" cy="6264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u="sng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Contents </a:t>
            </a:r>
            <a:r>
              <a:rPr lang="en-US" altLang="ko-KR" sz="6600" dirty="0" smtClean="0">
                <a:latin typeface="Arabic Typesetting" pitchFamily="66" charset="-78"/>
                <a:ea typeface="한컴 쿨재즈 B" pitchFamily="18" charset="-127"/>
                <a:cs typeface="Arabic Typesetting" pitchFamily="66" charset="-78"/>
              </a:rPr>
              <a:t>    </a:t>
            </a:r>
            <a:endParaRPr lang="en-US" altLang="ko-KR" sz="44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5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endParaRPr lang="en-US" altLang="ko-KR" sz="25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4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1.  </a:t>
            </a:r>
            <a:r>
              <a:rPr lang="ko-KR" altLang="en-US" sz="3600" dirty="0" smtClean="0">
                <a:latin typeface="HY견명조" pitchFamily="18" charset="-127"/>
                <a:ea typeface="문체부 제목 바탕체" pitchFamily="17" charset="-127"/>
                <a:cs typeface="Arabic Typesetting" pitchFamily="66" charset="-78"/>
              </a:rPr>
              <a:t>프로그램 개요 및 요구사항 </a:t>
            </a:r>
            <a:endParaRPr lang="en-US" altLang="ko-KR" sz="3600" dirty="0" smtClean="0">
              <a:latin typeface="HY견명조" pitchFamily="18" charset="-127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4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44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2. 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프로그램 개발 일정</a:t>
            </a:r>
            <a:endParaRPr lang="en-US" altLang="ko-KR" sz="44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4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3. 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프로그램 구조</a:t>
            </a:r>
            <a:endParaRPr lang="en-US" altLang="ko-KR" sz="36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4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44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4.  UI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프로그램 기능 </a:t>
            </a:r>
            <a:endParaRPr lang="en-US" altLang="ko-KR" sz="36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44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44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5. 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개발 후기 </a:t>
            </a:r>
            <a:endParaRPr lang="en-US" altLang="ko-KR" sz="44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endParaRPr lang="ko-KR" altLang="en-US" sz="44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318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2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260648"/>
            <a:ext cx="8229600" cy="6264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1.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 개 요 </a:t>
            </a:r>
            <a:endParaRPr lang="en-US" altLang="ko-KR" sz="4000" b="1" u="sng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40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아이디어 구상 및 목적 </a:t>
            </a:r>
            <a:endParaRPr lang="en-US" altLang="ko-KR" sz="36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ko-KR" altLang="en-US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　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</a:t>
            </a:r>
            <a:r>
              <a:rPr lang="ko-KR" altLang="en-US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헤어샵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방문 고객을 원활한 관리를  위해</a:t>
            </a:r>
            <a:endParaRPr lang="en-US" altLang="ko-KR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</a:t>
            </a:r>
          </a:p>
          <a:p>
            <a:pPr marL="0" indent="0">
              <a:buNone/>
            </a:pP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　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매출 현황을 </a:t>
            </a:r>
            <a:r>
              <a:rPr lang="ko-KR" altLang="en-US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편한하게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확인하고 </a:t>
            </a:r>
            <a:r>
              <a:rPr lang="ko-KR" altLang="en-US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매장</a:t>
            </a:r>
            <a:endParaRPr lang="en-US" altLang="ko-KR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관리를 하기 위해   </a:t>
            </a:r>
            <a:endParaRPr lang="en-US" altLang="ko-KR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　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고객  </a:t>
            </a:r>
            <a:r>
              <a:rPr lang="ko-KR" altLang="en-US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한명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한명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에게 맞는 서비스를  </a:t>
            </a:r>
            <a:endParaRPr lang="en-US" altLang="ko-KR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</a:t>
            </a:r>
            <a:r>
              <a:rPr lang="ko-KR" altLang="en-US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제공하기 위해  </a:t>
            </a:r>
            <a:endParaRPr lang="ko-KR" altLang="en-US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7741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1.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 개 요 </a:t>
            </a:r>
            <a:endParaRPr lang="en-US" altLang="ko-KR" sz="4000" b="1" u="sng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4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요 구 사 항</a:t>
            </a:r>
            <a:endParaRPr lang="en-US" altLang="ko-KR" sz="36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1.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담당자 등록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 담당자 등록이 된 직원만 사용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  등록된 직원 로그인시 고객 관리 창으로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넘어 간다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2.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고객 관리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고객 정보 등록이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필수 조건만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입력시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등록이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고객 정보 수정이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고객 정보 삭제가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endParaRPr lang="ko-KR" altLang="en-US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00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 </a:t>
            </a: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검색 조건에 맞게 고객 검색이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고객 재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방문시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해당고객 내용 추가가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3.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시술 등록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매장 스타일에 맞게 시술을 등록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등록된 시술을 삭제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4.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정액권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등록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매장 스타일에 맞게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정액권을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등록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등록된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정액권을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삭제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5.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매출 현황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당일 매출을 확인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해당 연도 월별 매출을 확인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612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 </a:t>
            </a: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해당 월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구분별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매출을 확인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해당 월 고객별 매출을 확인 </a:t>
            </a:r>
            <a:r>
              <a:rPr lang="ko-KR" altLang="en-US" sz="28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할수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있다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＊ 각 매출 별로 엑셀 및 </a:t>
            </a:r>
            <a:r>
              <a:rPr lang="en-US" altLang="ko-KR" sz="4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PDF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ko-KR" altLang="en-US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저장이 가능하다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2837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9133716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2058" y="-24340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u="sng" dirty="0" smtClean="0"/>
              <a:t>2. </a:t>
            </a:r>
            <a:r>
              <a:rPr lang="ko-KR" altLang="en-US" sz="4000" b="1" u="sng" dirty="0" smtClean="0"/>
              <a:t>개 발 일 정</a:t>
            </a:r>
            <a:endParaRPr lang="ko-KR" altLang="en-US" sz="4000" b="1" u="sng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130312"/>
              </p:ext>
            </p:extLst>
          </p:nvPr>
        </p:nvGraphicFramePr>
        <p:xfrm>
          <a:off x="418654" y="684704"/>
          <a:ext cx="8296407" cy="606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201"/>
                <a:gridCol w="1185201"/>
                <a:gridCol w="1185201"/>
                <a:gridCol w="1185201"/>
                <a:gridCol w="1185201"/>
                <a:gridCol w="1185201"/>
                <a:gridCol w="1185201"/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ko-KR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수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100811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로그인화면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err="1" smtClean="0"/>
                        <a:t>메인화면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smtClean="0"/>
                        <a:t>고객 </a:t>
                      </a:r>
                      <a:r>
                        <a:rPr lang="en-US" altLang="ko-KR" sz="1000" dirty="0" smtClean="0"/>
                        <a:t>VO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고객 </a:t>
                      </a:r>
                      <a:r>
                        <a:rPr lang="en-US" altLang="ko-KR" sz="1000" dirty="0" smtClean="0"/>
                        <a:t>DAO</a:t>
                      </a:r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 </a:t>
                      </a:r>
                      <a:r>
                        <a:rPr lang="en-US" altLang="ko-KR" sz="1000" dirty="0" smtClean="0"/>
                        <a:t>DAO(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등록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삭제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검색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테이블 </a:t>
                      </a:r>
                      <a:r>
                        <a:rPr lang="ko-KR" altLang="en-US" sz="1000" dirty="0" err="1" smtClean="0"/>
                        <a:t>뷰</a:t>
                      </a:r>
                      <a:r>
                        <a:rPr lang="ko-KR" altLang="en-US" sz="1000" dirty="0" smtClean="0"/>
                        <a:t> 리스트 기능</a:t>
                      </a:r>
                      <a:r>
                        <a:rPr lang="en-US" altLang="ko-KR" sz="1000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DAO(</a:t>
                      </a:r>
                    </a:p>
                    <a:p>
                      <a:pPr algn="ctr" latinLnBrk="1"/>
                      <a:r>
                        <a:rPr lang="ko-KR" altLang="en-US" sz="1000" dirty="0" err="1" smtClean="0"/>
                        <a:t>콤보박스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DB</a:t>
                      </a:r>
                      <a:r>
                        <a:rPr lang="ko-KR" altLang="en-US" sz="1000" dirty="0" smtClean="0"/>
                        <a:t>연동</a:t>
                      </a:r>
                      <a:r>
                        <a:rPr lang="en-US" altLang="ko-KR" sz="1000" dirty="0" smtClean="0"/>
                        <a:t>(10</a:t>
                      </a:r>
                      <a:r>
                        <a:rPr lang="ko-KR" altLang="en-US" sz="1000" dirty="0" smtClean="0"/>
                        <a:t>개</a:t>
                      </a:r>
                      <a:r>
                        <a:rPr lang="en-US" altLang="ko-KR" sz="1000" dirty="0" smtClean="0"/>
                        <a:t>),</a:t>
                      </a:r>
                      <a:r>
                        <a:rPr lang="ko-KR" altLang="en-US" sz="1000" dirty="0" err="1" smtClean="0"/>
                        <a:t>해쉬맵</a:t>
                      </a:r>
                      <a:r>
                        <a:rPr lang="en-US" altLang="ko-KR" sz="1000" dirty="0" smtClean="0"/>
                        <a:t>(2</a:t>
                      </a:r>
                      <a:r>
                        <a:rPr lang="ko-KR" altLang="en-US" sz="1000" dirty="0" smtClean="0"/>
                        <a:t>개</a:t>
                      </a:r>
                      <a:r>
                        <a:rPr lang="en-US" altLang="ko-KR" sz="1000" dirty="0" smtClean="0"/>
                        <a:t>)</a:t>
                      </a:r>
                      <a:r>
                        <a:rPr lang="en-US" altLang="ko-KR" sz="1000" baseline="0" dirty="0" smtClean="0"/>
                        <a:t> )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 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 </a:t>
                      </a:r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등록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삭제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검색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테이블 </a:t>
                      </a:r>
                      <a:r>
                        <a:rPr lang="ko-KR" altLang="en-US" sz="1000" dirty="0" err="1" smtClean="0"/>
                        <a:t>뷰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시술 등록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err="1" smtClean="0"/>
                        <a:t>정액권</a:t>
                      </a:r>
                      <a:r>
                        <a:rPr lang="ko-KR" altLang="en-US" sz="1000" dirty="0" smtClean="0"/>
                        <a:t> 등록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이전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마우스클릭액션 생성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시술 등록 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err="1" smtClean="0"/>
                        <a:t>정액권</a:t>
                      </a:r>
                      <a:r>
                        <a:rPr lang="ko-KR" altLang="en-US" sz="1000" dirty="0" smtClean="0"/>
                        <a:t> 등록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smtClean="0"/>
                        <a:t>고객 정보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err="1" smtClean="0"/>
                        <a:t>뷰</a:t>
                      </a:r>
                      <a:r>
                        <a:rPr lang="ko-KR" altLang="en-US" sz="1000" dirty="0" smtClean="0"/>
                        <a:t> 생성</a:t>
                      </a:r>
                      <a:r>
                        <a:rPr lang="en-US" altLang="ko-KR" sz="1000" dirty="0" smtClean="0"/>
                        <a:t>/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시술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err="1" smtClean="0"/>
                        <a:t>정액권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DAO</a:t>
                      </a:r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12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13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14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15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16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17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18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1038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고객정보 </a:t>
                      </a:r>
                      <a:r>
                        <a:rPr lang="en-US" altLang="ko-KR" sz="1000" dirty="0" smtClean="0"/>
                        <a:t>DAO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시술 등록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err="1" smtClean="0"/>
                        <a:t>정액권</a:t>
                      </a:r>
                      <a:r>
                        <a:rPr lang="ko-KR" altLang="en-US" sz="1000" dirty="0" smtClean="0"/>
                        <a:t> 등록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  <a:r>
                        <a:rPr lang="ko-KR" altLang="en-US" sz="1000" dirty="0" smtClean="0"/>
                        <a:t>등록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삭제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)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고객정보 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  <a:r>
                        <a:rPr lang="ko-KR" altLang="en-US" sz="1000" dirty="0" smtClean="0"/>
                        <a:t>추가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수정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테이블 </a:t>
                      </a:r>
                      <a:r>
                        <a:rPr lang="ko-KR" altLang="en-US" sz="1000" dirty="0" err="1" smtClean="0"/>
                        <a:t>뷰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  </a:t>
                      </a:r>
                      <a:r>
                        <a:rPr lang="ko-KR" altLang="en-US" sz="1000" dirty="0" err="1" smtClean="0"/>
                        <a:t>뷰</a:t>
                      </a:r>
                      <a:r>
                        <a:rPr lang="ko-KR" altLang="en-US" sz="1000" dirty="0" smtClean="0"/>
                        <a:t> 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r>
                        <a:rPr lang="en-US" altLang="ko-KR" sz="1000" dirty="0" smtClean="0"/>
                        <a:t>DAO(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DB</a:t>
                      </a:r>
                      <a:r>
                        <a:rPr lang="ko-KR" altLang="en-US" sz="1000" dirty="0" smtClean="0"/>
                        <a:t>연동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r>
                        <a:rPr lang="en-US" altLang="ko-KR" sz="1000" dirty="0" smtClean="0"/>
                        <a:t>DAO(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일별 매출 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smtClean="0"/>
                        <a:t>월별 매출 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 </a:t>
                      </a:r>
                      <a:r>
                        <a:rPr lang="en-US" altLang="ko-KR" sz="1000" dirty="0" smtClean="0"/>
                        <a:t>DAO(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담당자 별 매출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err="1" smtClean="0"/>
                        <a:t>구분별</a:t>
                      </a:r>
                      <a:r>
                        <a:rPr lang="ko-KR" altLang="en-US" sz="1000" dirty="0" smtClean="0"/>
                        <a:t> 매출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 현황 </a:t>
                      </a:r>
                      <a:r>
                        <a:rPr lang="en-US" altLang="ko-KR" sz="1000" dirty="0" smtClean="0"/>
                        <a:t>DAO(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고객별 매출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일별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월별 총액 </a:t>
                      </a:r>
                      <a:r>
                        <a:rPr lang="en-US" altLang="ko-KR" sz="1000" dirty="0" smtClean="0"/>
                        <a:t>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 </a:t>
                      </a:r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 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테이블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뷰</a:t>
                      </a:r>
                      <a:r>
                        <a:rPr lang="en-US" altLang="ko-KR" sz="1000" baseline="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19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20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21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22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23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24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25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1002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리스트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리셋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일별 매출 엑셀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PDF)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리스트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리셋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월별 매출 엑셀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PDF)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리스트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리셋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err="1" smtClean="0"/>
                        <a:t>구분별</a:t>
                      </a:r>
                      <a:r>
                        <a:rPr lang="ko-KR" altLang="en-US" sz="1000" dirty="0" smtClean="0"/>
                        <a:t> 매출 엑셀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PDF)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리스트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리셋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고객별 매출 엑셀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PDF)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매출현황</a:t>
                      </a:r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Controller(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닫기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ko-KR" altLang="en-US" sz="1000" dirty="0" smtClean="0"/>
                        <a:t>리스트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리셋</a:t>
                      </a:r>
                      <a:r>
                        <a:rPr lang="en-US" altLang="ko-KR" sz="1000" baseline="0" dirty="0" smtClean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 err="1" smtClean="0"/>
                        <a:t>담당자별</a:t>
                      </a:r>
                      <a:r>
                        <a:rPr lang="ko-KR" altLang="en-US" sz="1000" dirty="0" smtClean="0"/>
                        <a:t> 매출 엑셀</a:t>
                      </a:r>
                      <a:r>
                        <a:rPr lang="en-US" altLang="ko-KR" sz="1000" dirty="0" smtClean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smtClean="0"/>
                        <a:t>PDF)</a:t>
                      </a:r>
                    </a:p>
                    <a:p>
                      <a:pPr algn="ctr" latinLnBrk="1"/>
                      <a:r>
                        <a:rPr lang="ko-KR" altLang="en-US" sz="1000" dirty="0" smtClean="0"/>
                        <a:t>생성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r>
                        <a:rPr lang="en-US" altLang="ko-KR" sz="1000" dirty="0" smtClean="0"/>
                        <a:t>PPT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작성 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PPT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작성 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26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27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8</a:t>
                      </a:r>
                      <a:r>
                        <a:rPr lang="ko-KR" altLang="en-US" sz="1800" b="0" dirty="0" smtClean="0"/>
                        <a:t>월</a:t>
                      </a:r>
                      <a:r>
                        <a:rPr lang="en-US" altLang="ko-KR" sz="1800" b="0" dirty="0" smtClean="0"/>
                        <a:t>28</a:t>
                      </a:r>
                      <a:r>
                        <a:rPr lang="ko-KR" altLang="en-US" sz="1800" b="0" dirty="0" smtClean="0"/>
                        <a:t>일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786368"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PPT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작성 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PPT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작성 </a:t>
                      </a:r>
                      <a:endParaRPr lang="ko-KR" altLang="en-US" sz="1000" dirty="0" smtClean="0"/>
                    </a:p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endParaRPr lang="en-US" altLang="ko-KR" sz="1000" dirty="0" smtClean="0"/>
                    </a:p>
                    <a:p>
                      <a:pPr algn="ctr" latinLnBrk="1"/>
                      <a:r>
                        <a:rPr lang="ko-KR" altLang="en-US" sz="1000" dirty="0" smtClean="0"/>
                        <a:t>발 표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45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107504" y="260648"/>
            <a:ext cx="8928992" cy="63367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개 발 환 경</a:t>
            </a:r>
            <a:endParaRPr lang="en-US" altLang="ko-KR" sz="36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41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운영체제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:    Window 7 64Bit</a:t>
            </a:r>
          </a:p>
          <a:p>
            <a:pPr marL="0" indent="0">
              <a:buNone/>
            </a:pPr>
            <a:r>
              <a:rPr lang="en-US" altLang="ko-KR" sz="41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D B M S:    Oracle 11g 11.2.0</a:t>
            </a:r>
          </a:p>
          <a:p>
            <a:pPr marL="0" indent="0">
              <a:buNone/>
            </a:pP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</a:t>
            </a:r>
            <a:r>
              <a:rPr lang="ko-KR" altLang="en-US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개 발 도 구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:  </a:t>
            </a:r>
            <a:r>
              <a:rPr lang="en-US" altLang="ko-KR" sz="4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Eclipse IDE for Java Developers</a:t>
            </a:r>
            <a:r>
              <a:rPr lang="en-US" altLang="ko-KR" dirty="0"/>
              <a:t>,</a:t>
            </a:r>
            <a:endParaRPr lang="en-US" altLang="ko-KR" sz="4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40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4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                       SQL Developer 18.2.0.183</a:t>
            </a:r>
          </a:p>
          <a:p>
            <a:pPr marL="0" indent="0">
              <a:buNone/>
            </a:pPr>
            <a:r>
              <a:rPr lang="en-US" altLang="ko-KR" sz="41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</a:t>
            </a:r>
            <a:r>
              <a:rPr lang="ko-KR" altLang="en-US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설계    툴 </a:t>
            </a:r>
            <a:r>
              <a:rPr lang="en-US" altLang="ko-KR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:     </a:t>
            </a:r>
            <a:r>
              <a:rPr lang="en-US" altLang="ko-KR" sz="5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Erwin</a:t>
            </a:r>
            <a:endParaRPr lang="en-US" altLang="ko-KR" sz="50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ko-KR" altLang="en-US" sz="41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개발 언어</a:t>
            </a:r>
            <a:r>
              <a:rPr lang="en-US" altLang="ko-KR" sz="5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:  Java 8 , Java FX</a:t>
            </a:r>
          </a:p>
        </p:txBody>
      </p:sp>
    </p:spTree>
    <p:extLst>
      <p:ext uri="{BB962C8B-B14F-4D97-AF65-F5344CB8AC3E}">
        <p14:creationId xmlns:p14="http://schemas.microsoft.com/office/powerpoint/2010/main" val="364327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en-US" altLang="ko-KR" sz="4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Use Case Diagram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026" name="Picture 2" descr="C:\Users\alfo\Desktop\프로젝트 1\PPT 자료사진\스토리 보드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3" y="1988840"/>
            <a:ext cx="836327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80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개 체 관 계 도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2050" name="Picture 2" descr="C:\Users\alfo\Desktop\프로젝트 1\PPT 자료사진\개체관계도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09" y="1916832"/>
            <a:ext cx="8540171" cy="470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31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논 리 적 모 델 링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3074" name="Picture 2" descr="C:\Users\alfo\Desktop\프로젝트 1\PPT 자료사진\논리적 모델링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792468" cy="464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2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물  리 적 모 델 링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4098" name="Picture 2" descr="C:\Users\alfo\Desktop\프로젝트 1\PPT 자료사진\물리적 모델링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712076" cy="465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8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테 이 </a:t>
            </a:r>
            <a:r>
              <a:rPr lang="ko-KR" altLang="en-US" sz="36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블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명 세 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26626" name="Picture 2" descr="C:\Users\alfo\Desktop\프로젝트 1\PPT 자료사진\프로그램 구조\테이블 명세서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2" y="1916832"/>
            <a:ext cx="8579266" cy="418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4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테 이 </a:t>
            </a:r>
            <a:r>
              <a:rPr lang="ko-KR" altLang="en-US" sz="36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블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명 세 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27650" name="Picture 2" descr="C:\Users\alfo\Desktop\프로젝트 1\PPT 자료사진\프로그램 구조\테이블 명세서 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102" y="2060848"/>
            <a:ext cx="5585512" cy="292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1" name="Picture 3" descr="C:\Users\alfo\Desktop\프로젝트 1\PPT 자료사진\프로그램 구조\테이블 명세서 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103" y="4797152"/>
            <a:ext cx="5598088" cy="199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0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ko-KR" altLang="en-US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M V C </a:t>
            </a:r>
            <a:r>
              <a:rPr lang="ko-KR" altLang="en-US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파 일 구 조 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5122" name="Picture 2" descr="C:\Users\alfo\Desktop\프로젝트 1\PPT 자료사진\MV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16832"/>
            <a:ext cx="583264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82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Class Diagram(Controller)</a:t>
            </a: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6146" name="Picture 2" descr="C:\Users\alfo\Desktop\프로젝트 1\PPT 자료사진\ClassDiagram Controll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640960" cy="478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63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Class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Diagram(Model)</a:t>
            </a: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7170" name="Picture 2" descr="C:\Users\alfo\Desktop\프로젝트 1\PPT 자료사진\ClassDiagram Mod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3"/>
            <a:ext cx="8601968" cy="480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72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3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ko-KR" altLang="en-US" sz="4000" b="1" u="sng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프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로 그 램 구 조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-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Class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Diagram(All)</a:t>
            </a: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8194" name="Picture 2" descr="C:\Users\alfo\Desktop\프로젝트 1\PPT 자료사진\ClassDiagram AL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712968" cy="485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13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Login</a:t>
            </a: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9218" name="Picture 2" descr="C:\Users\alfo\Desktop\프로젝트 1\PPT 자료사진\UI 구조\로그인\로그인창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16337"/>
            <a:ext cx="3292226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31414" y="121633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smtClean="0">
                <a:ea typeface="문체부 제목 바탕체" pitchFamily="17" charset="-127"/>
              </a:rPr>
              <a:t>등록된 아이디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20777" y="1859845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등록된 비밀번호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6380" y="453840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6380" y="4828878"/>
            <a:ext cx="3359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954" y="5140673"/>
            <a:ext cx="3600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7613" y="5152042"/>
            <a:ext cx="3600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67744" y="5130606"/>
            <a:ext cx="3600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0777" y="24070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3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담당자 등록 창으로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31414" y="4162399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4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로그인 </a:t>
            </a:r>
            <a:r>
              <a:rPr lang="ko-KR" altLang="en-US" dirty="0" err="1" smtClean="0">
                <a:ea typeface="문체부 제목 바탕체" pitchFamily="17" charset="-127"/>
              </a:rPr>
              <a:t>성공시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r>
              <a:rPr lang="ko-KR" altLang="en-US" dirty="0" err="1" smtClean="0">
                <a:ea typeface="문체부 제목 바탕체" pitchFamily="17" charset="-127"/>
              </a:rPr>
              <a:t>메인뷰</a:t>
            </a:r>
            <a:r>
              <a:rPr lang="ko-KR" altLang="en-US" dirty="0" smtClean="0">
                <a:ea typeface="문체부 제목 바탕체" pitchFamily="17" charset="-127"/>
              </a:rPr>
              <a:t>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31414" y="467690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프로그램 종료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9229" name="Picture 13" descr="C:\Users\alfo\Desktop\프로젝트 1\PPT 자료사진\UI 구조\로그인\로그인 오류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141" y="2821678"/>
            <a:ext cx="2522159" cy="122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C:\Users\alfo\Desktop\프로젝트 1\PPT 자료사진\UI 구조\로그인\로그인 오류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742" y="2814628"/>
            <a:ext cx="2522160" cy="122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98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담당자 생성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0242" name="Picture 2" descr="C:\Users\alfo\Desktop\프로젝트 1\PPT 자료사진\UI 구조\담당자 생성\담당자 등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2" y="1268760"/>
            <a:ext cx="3538706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70867" y="176089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867" y="208485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0867" y="240802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0867" y="274533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0867" y="311164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70867" y="343481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1334" y="375307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8899" y="40811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69948" y="40811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37815" y="2084063"/>
            <a:ext cx="4138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7944" y="111456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smtClean="0">
                <a:ea typeface="문체부 제목 바탕체" pitchFamily="17" charset="-127"/>
              </a:rPr>
              <a:t>담당자명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2180" y="111456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아이디 입력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60668" y="157623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3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비밀 번호 입력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2180" y="157495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비밀 번호 재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0668" y="208406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5. </a:t>
            </a:r>
            <a:r>
              <a:rPr lang="ko-KR" altLang="en-US" dirty="0" smtClean="0">
                <a:ea typeface="문체부 제목 바탕체" pitchFamily="17" charset="-127"/>
              </a:rPr>
              <a:t>생년월일 입력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6674" y="203789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핸드폰 번호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67944" y="250208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7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직급 선택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70558" y="2993455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8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입력된 정보 저장 등록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70558" y="4540478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9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로그인 화면으로 다시 돌아가기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437" y="479715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10. </a:t>
            </a:r>
            <a:r>
              <a:rPr lang="ko-KR" altLang="en-US" dirty="0" smtClean="0">
                <a:ea typeface="문체부 제목 바탕체" pitchFamily="17" charset="-127"/>
              </a:rPr>
              <a:t>아이디 중복 확인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0243" name="Picture 3" descr="C:\Users\alfo\Desktop\프로젝트 1\PPT 자료사진\UI 구조\담당자 생성\담당자 등록 완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83" y="3429000"/>
            <a:ext cx="3730317" cy="109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C:\Users\alfo\Desktop\프로젝트 1\PPT 자료사진\UI 구조\담당자 생성\중복 확인 오류 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814" y="5283659"/>
            <a:ext cx="2766802" cy="11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C:\Users\alfo\Desktop\프로젝트 1\PPT 자료사진\UI 구조\담당자 생성\중복 확인 오류 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96" y="5301208"/>
            <a:ext cx="2640481" cy="11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C:\Users\alfo\Desktop\프로젝트 1\PPT 자료사진\UI 구조\담당자 생성\중복 확인 오류 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804" y="5305853"/>
            <a:ext cx="2615158" cy="11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72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메인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뷰</a:t>
            </a:r>
            <a:r>
              <a:rPr lang="en-US" altLang="ko-KR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1266" name="Picture 2" descr="C:\Users\alfo\Desktop\프로젝트 1\PPT 자료사진\UI 구조\메인\메인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6192688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6939" y="159020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5235" y="161961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3670" y="164719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939" y="190435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5716" y="190435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90119" y="190435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0719" y="190435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2068" y="188976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6159" y="209083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004" y="2090834"/>
            <a:ext cx="4320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79911" y="2095808"/>
            <a:ext cx="4435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52690" y="2095808"/>
            <a:ext cx="4154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6158" y="2418973"/>
            <a:ext cx="4654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1800" y="2762517"/>
            <a:ext cx="5189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0192" y="75541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smtClean="0">
                <a:ea typeface="문체부 제목 바탕체" pitchFamily="17" charset="-127"/>
              </a:rPr>
              <a:t>고객 이름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87856" y="114002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2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고객 나이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0192" y="149473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3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고객 핸드폰 번호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00192" y="185818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4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고객 직업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73652" y="222752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고객 성별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73652" y="259685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6. </a:t>
            </a:r>
            <a:r>
              <a:rPr lang="ko-KR" altLang="en-US" dirty="0" smtClean="0">
                <a:ea typeface="문체부 제목 바탕체" pitchFamily="17" charset="-127"/>
              </a:rPr>
              <a:t>고객 담당자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86867" y="332865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8. </a:t>
            </a:r>
            <a:r>
              <a:rPr lang="ko-KR" altLang="en-US" dirty="0" smtClean="0">
                <a:ea typeface="문체부 제목 바탕체" pitchFamily="17" charset="-127"/>
              </a:rPr>
              <a:t>고객 적립금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87856" y="2959323"/>
            <a:ext cx="3036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7. </a:t>
            </a:r>
            <a:r>
              <a:rPr lang="ko-KR" altLang="en-US" dirty="0" smtClean="0">
                <a:ea typeface="문체부 제목 바탕체" pitchFamily="17" charset="-127"/>
              </a:rPr>
              <a:t>고객 </a:t>
            </a:r>
            <a:r>
              <a:rPr lang="ko-KR" altLang="en-US" dirty="0" err="1" smtClean="0">
                <a:ea typeface="문체부 제목 바탕체" pitchFamily="17" charset="-127"/>
              </a:rPr>
              <a:t>정액권</a:t>
            </a:r>
            <a:r>
              <a:rPr lang="ko-KR" altLang="en-US" dirty="0" smtClean="0">
                <a:ea typeface="문체부 제목 바탕체" pitchFamily="17" charset="-127"/>
              </a:rPr>
              <a:t> 종류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77169" y="37227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9. </a:t>
            </a:r>
            <a:r>
              <a:rPr lang="ko-KR" altLang="en-US" dirty="0" smtClean="0">
                <a:ea typeface="문체부 제목 바탕체" pitchFamily="17" charset="-127"/>
              </a:rPr>
              <a:t>고객 방문일자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11044" y="409206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10. </a:t>
            </a:r>
            <a:r>
              <a:rPr lang="ko-KR" altLang="en-US" dirty="0" smtClean="0">
                <a:ea typeface="문체부 제목 바탕체" pitchFamily="17" charset="-127"/>
              </a:rPr>
              <a:t>고객 시술종류 선택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11044" y="446139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11. </a:t>
            </a:r>
            <a:r>
              <a:rPr lang="ko-KR" altLang="en-US" dirty="0" smtClean="0">
                <a:ea typeface="문체부 제목 바탕체" pitchFamily="17" charset="-127"/>
              </a:rPr>
              <a:t>고객 시술이름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10494" y="482390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12. </a:t>
            </a:r>
            <a:r>
              <a:rPr lang="ko-KR" altLang="en-US" dirty="0" smtClean="0">
                <a:ea typeface="문체부 제목 바탕체" pitchFamily="17" charset="-127"/>
              </a:rPr>
              <a:t>시술 가격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00192" y="516806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13. </a:t>
            </a:r>
            <a:r>
              <a:rPr lang="ko-KR" altLang="en-US" dirty="0" smtClean="0">
                <a:ea typeface="문체부 제목 바탕체" pitchFamily="17" charset="-127"/>
              </a:rPr>
              <a:t>시술 내용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11044" y="5537396"/>
            <a:ext cx="31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14. </a:t>
            </a:r>
            <a:r>
              <a:rPr lang="ko-KR" altLang="en-US" dirty="0" smtClean="0">
                <a:ea typeface="문체부 제목 바탕체" pitchFamily="17" charset="-127"/>
              </a:rPr>
              <a:t>입력된 고객 정보 등록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pic>
        <p:nvPicPr>
          <p:cNvPr id="11267" name="Picture 3" descr="C:\Users\alfo\Desktop\프로젝트 1\PPT 자료사진\UI 구조\메인\고객 정보 저장 완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87" y="5842183"/>
            <a:ext cx="2265014" cy="101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46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등록 버튼 코딩</a:t>
            </a:r>
            <a:r>
              <a:rPr lang="en-US" altLang="ko-KR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026" name="Picture 2" descr="C:\Users\alfo\Desktop\프로젝트 1\PPT 자료사진\프로그램 구조\등록버튼 메소드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2" y="1196751"/>
            <a:ext cx="4690834" cy="30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lfo\Desktop\프로젝트 1\PPT 자료사진\프로그램 구조\등록버튼 메소드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2" y="4201766"/>
            <a:ext cx="4690833" cy="250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alfo\Desktop\프로젝트 1\PPT 자료사진\프로그램 구조\등록버튼 메소드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981565"/>
            <a:ext cx="3565755" cy="272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6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메인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뷰</a:t>
            </a:r>
            <a:r>
              <a:rPr lang="en-US" altLang="ko-KR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1266" name="Picture 2" descr="C:\Users\alfo\Desktop\프로젝트 1\PPT 자료사진\UI 구조\메인\메인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6192688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06939" y="3050983"/>
            <a:ext cx="4872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14996" y="2718450"/>
            <a:ext cx="5594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0032" y="2726859"/>
            <a:ext cx="460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13670" y="3029909"/>
            <a:ext cx="498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58540" y="3050983"/>
            <a:ext cx="5044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9368" y="3050983"/>
            <a:ext cx="4938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2172" y="3041614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94910" y="3041615"/>
            <a:ext cx="5294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2823" y="5877272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209" y="3753036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44208" y="2542193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20. </a:t>
            </a:r>
            <a:r>
              <a:rPr lang="ko-KR" altLang="en-US" dirty="0" smtClean="0">
                <a:ea typeface="문체부 제목 바탕체" pitchFamily="17" charset="-127"/>
              </a:rPr>
              <a:t>매출 현황 으로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8060" y="2060848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19. </a:t>
            </a:r>
            <a:r>
              <a:rPr lang="ko-KR" altLang="en-US" dirty="0" smtClean="0">
                <a:ea typeface="문체부 제목 바탕체" pitchFamily="17" charset="-127"/>
              </a:rPr>
              <a:t>해당 내용 검색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44208" y="1556792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18. </a:t>
            </a:r>
            <a:r>
              <a:rPr lang="ko-KR" altLang="en-US" dirty="0" smtClean="0">
                <a:ea typeface="문체부 제목 바탕체" pitchFamily="17" charset="-127"/>
              </a:rPr>
              <a:t>검색 내용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44208" y="1115849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17. </a:t>
            </a:r>
            <a:r>
              <a:rPr lang="ko-KR" altLang="en-US" dirty="0" smtClean="0">
                <a:ea typeface="문체부 제목 바탕체" pitchFamily="17" charset="-127"/>
              </a:rPr>
              <a:t>검색 조건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77035" y="3006825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21. </a:t>
            </a:r>
            <a:r>
              <a:rPr lang="ko-KR" altLang="en-US" dirty="0" smtClean="0">
                <a:ea typeface="문체부 제목 바탕체" pitchFamily="17" charset="-127"/>
              </a:rPr>
              <a:t>고객 정보 삭제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77035" y="3429000"/>
            <a:ext cx="18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22. </a:t>
            </a:r>
            <a:r>
              <a:rPr lang="ko-KR" altLang="en-US" dirty="0" smtClean="0">
                <a:ea typeface="문체부 제목 바탕체" pitchFamily="17" charset="-127"/>
              </a:rPr>
              <a:t>리스트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77035" y="3917313"/>
            <a:ext cx="234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23. </a:t>
            </a:r>
            <a:r>
              <a:rPr lang="ko-KR" altLang="en-US" dirty="0" smtClean="0">
                <a:ea typeface="문체부 제목 바탕체" pitchFamily="17" charset="-127"/>
              </a:rPr>
              <a:t>고객 </a:t>
            </a:r>
            <a:r>
              <a:rPr lang="ko-KR" altLang="en-US" dirty="0" err="1" smtClean="0">
                <a:ea typeface="문체부 제목 바탕체" pitchFamily="17" charset="-127"/>
              </a:rPr>
              <a:t>정보창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77035" y="4373361"/>
            <a:ext cx="208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24. </a:t>
            </a:r>
            <a:r>
              <a:rPr lang="ko-KR" altLang="en-US" dirty="0" err="1" smtClean="0">
                <a:ea typeface="문체부 제목 바탕체" pitchFamily="17" charset="-127"/>
              </a:rPr>
              <a:t>로그인창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184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시술 등록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2290" name="Picture 2" descr="C:\Users\alfo\Desktop\프로젝트 1\PPT 자료사진\UI 구조\시술 등록\시술등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268760"/>
            <a:ext cx="57606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03355" y="311466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355" y="264840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7704" y="407706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1760" y="407706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8069" y="407707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37903" y="407707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739" y="359022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6206" y="130698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smtClean="0">
                <a:ea typeface="문체부 제목 바탕체" pitchFamily="17" charset="-127"/>
              </a:rPr>
              <a:t>시술 종류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6206" y="17728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시술 이름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80712" y="21421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가격 입력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80712" y="251742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4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입력된 정보 등록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1809" y="421556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입력된 정보 삭제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1809" y="594928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6. </a:t>
            </a:r>
            <a:r>
              <a:rPr lang="ko-KR" altLang="en-US" dirty="0" smtClean="0">
                <a:ea typeface="문체부 제목 바탕체" pitchFamily="17" charset="-127"/>
              </a:rPr>
              <a:t>메인 </a:t>
            </a:r>
            <a:r>
              <a:rPr lang="ko-KR" altLang="en-US" dirty="0" err="1" smtClean="0">
                <a:ea typeface="문체부 제목 바탕체" pitchFamily="17" charset="-127"/>
              </a:rPr>
              <a:t>뷰로</a:t>
            </a:r>
            <a:r>
              <a:rPr lang="ko-KR" altLang="en-US" dirty="0" smtClean="0">
                <a:ea typeface="문체부 제목 바탕체" pitchFamily="17" charset="-127"/>
              </a:rPr>
              <a:t>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0825" y="632464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7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리스트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2291" name="Picture 3" descr="C:\Users\alfo\Desktop\프로젝트 1\PPT 자료사진\UI 구조\시술 등록\시술 등록 완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5" y="2886761"/>
            <a:ext cx="2445661" cy="119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:\Users\alfo\Desktop\프로젝트 1\PPT 자료사진\UI 구조\시술 등록\시술 삭제 완료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425" y="4584899"/>
            <a:ext cx="2424451" cy="122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32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메인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뷰</a:t>
            </a:r>
            <a:r>
              <a:rPr lang="en-US" altLang="ko-KR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1266" name="Picture 2" descr="C:\Users\alfo\Desktop\프로젝트 1\PPT 자료사진\UI 구조\메인\메인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6192688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06939" y="3050983"/>
            <a:ext cx="4872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14996" y="2718450"/>
            <a:ext cx="5594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0032" y="2726859"/>
            <a:ext cx="460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13670" y="3029909"/>
            <a:ext cx="498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58540" y="3050983"/>
            <a:ext cx="5044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9368" y="3050983"/>
            <a:ext cx="4938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2172" y="3041614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94910" y="3041615"/>
            <a:ext cx="5294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2823" y="5877272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209" y="3753036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44208" y="2542193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20. </a:t>
            </a:r>
            <a:r>
              <a:rPr lang="ko-KR" altLang="en-US" dirty="0" smtClean="0">
                <a:ea typeface="문체부 제목 바탕체" pitchFamily="17" charset="-127"/>
              </a:rPr>
              <a:t>매출 현황 으로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8060" y="2060848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19. </a:t>
            </a:r>
            <a:r>
              <a:rPr lang="ko-KR" altLang="en-US" dirty="0" smtClean="0">
                <a:ea typeface="문체부 제목 바탕체" pitchFamily="17" charset="-127"/>
              </a:rPr>
              <a:t>해당 내용 검색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44208" y="1556792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18. </a:t>
            </a:r>
            <a:r>
              <a:rPr lang="ko-KR" altLang="en-US" dirty="0" smtClean="0">
                <a:ea typeface="문체부 제목 바탕체" pitchFamily="17" charset="-127"/>
              </a:rPr>
              <a:t>검색 내용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44208" y="1115849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17. </a:t>
            </a:r>
            <a:r>
              <a:rPr lang="ko-KR" altLang="en-US" dirty="0" smtClean="0">
                <a:ea typeface="문체부 제목 바탕체" pitchFamily="17" charset="-127"/>
              </a:rPr>
              <a:t>검색 조건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77035" y="3006825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21. </a:t>
            </a:r>
            <a:r>
              <a:rPr lang="ko-KR" altLang="en-US" dirty="0" smtClean="0">
                <a:ea typeface="문체부 제목 바탕체" pitchFamily="17" charset="-127"/>
              </a:rPr>
              <a:t>고객 정보 삭제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77035" y="3429000"/>
            <a:ext cx="18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22. </a:t>
            </a:r>
            <a:r>
              <a:rPr lang="ko-KR" altLang="en-US" dirty="0" smtClean="0">
                <a:ea typeface="문체부 제목 바탕체" pitchFamily="17" charset="-127"/>
              </a:rPr>
              <a:t>리스트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77035" y="3917313"/>
            <a:ext cx="234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23. </a:t>
            </a:r>
            <a:r>
              <a:rPr lang="ko-KR" altLang="en-US" dirty="0" smtClean="0">
                <a:ea typeface="문체부 제목 바탕체" pitchFamily="17" charset="-127"/>
              </a:rPr>
              <a:t>고객 </a:t>
            </a:r>
            <a:r>
              <a:rPr lang="ko-KR" altLang="en-US" dirty="0" err="1" smtClean="0">
                <a:ea typeface="문체부 제목 바탕체" pitchFamily="17" charset="-127"/>
              </a:rPr>
              <a:t>정보창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77035" y="4373361"/>
            <a:ext cx="208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24. </a:t>
            </a:r>
            <a:r>
              <a:rPr lang="ko-KR" altLang="en-US" dirty="0" err="1" smtClean="0">
                <a:ea typeface="문체부 제목 바탕체" pitchFamily="17" charset="-127"/>
              </a:rPr>
              <a:t>로그인창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763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정액권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생성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  <a:r>
              <a:rPr lang="en-US" altLang="ko-KR" sz="36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3314" name="Picture 2" descr="C:\Users\alfo\Desktop\프로젝트 1\PPT 자료사진\UI 구조\정액권 등록\정액권 등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535053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1387" y="220486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1387" y="289275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3648" y="393305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720" y="393305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5523" y="393305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7864" y="393305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6438" y="130698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err="1" smtClean="0">
                <a:ea typeface="문체부 제목 바탕체" pitchFamily="17" charset="-127"/>
              </a:rPr>
              <a:t>정액권</a:t>
            </a:r>
            <a:r>
              <a:rPr lang="ko-KR" altLang="en-US" dirty="0" smtClean="0">
                <a:ea typeface="문체부 제목 바탕체" pitchFamily="17" charset="-127"/>
              </a:rPr>
              <a:t> 가격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80830" y="181378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2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적립금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0830" y="234336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입력된 정보 등록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0563" y="412309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입력된 정보 삭제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0563" y="581446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5. </a:t>
            </a:r>
            <a:r>
              <a:rPr lang="ko-KR" altLang="en-US" dirty="0" smtClean="0">
                <a:ea typeface="문체부 제목 바탕체" pitchFamily="17" charset="-127"/>
              </a:rPr>
              <a:t>메인 화면으로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10563" y="620821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6. </a:t>
            </a:r>
            <a:r>
              <a:rPr lang="ko-KR" altLang="en-US" dirty="0" smtClean="0">
                <a:ea typeface="문체부 제목 바탕체" pitchFamily="17" charset="-127"/>
              </a:rPr>
              <a:t>리스트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3315" name="Picture 3" descr="C:\Users\alfo\Desktop\프로젝트 1\PPT 자료사진\UI 구조\정액권 등록\정액권 등록 완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706" y="2730421"/>
            <a:ext cx="2582788" cy="12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C:\Users\alfo\Desktop\프로젝트 1\PPT 자료사진\UI 구조\정액권 등록\정액권 삭제 완료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706" y="4492430"/>
            <a:ext cx="2559979" cy="124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7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385222" y="260648"/>
            <a:ext cx="8363272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메인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뷰</a:t>
            </a:r>
            <a:r>
              <a:rPr lang="en-US" altLang="ko-KR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          </a:t>
            </a:r>
          </a:p>
          <a:p>
            <a:pPr marL="0" indent="0"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1266" name="Picture 2" descr="C:\Users\alfo\Desktop\프로젝트 1\PPT 자료사진\UI 구조\메인\메인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6192688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06939" y="3050983"/>
            <a:ext cx="4872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14996" y="2718450"/>
            <a:ext cx="5594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0032" y="2726859"/>
            <a:ext cx="460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13670" y="3029909"/>
            <a:ext cx="498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58540" y="3050983"/>
            <a:ext cx="5044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9368" y="3050983"/>
            <a:ext cx="4938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2172" y="3041614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94910" y="3041615"/>
            <a:ext cx="5294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2823" y="5877272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209" y="3753036"/>
            <a:ext cx="590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44208" y="2542193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20. </a:t>
            </a:r>
            <a:r>
              <a:rPr lang="ko-KR" altLang="en-US" dirty="0" smtClean="0">
                <a:ea typeface="문체부 제목 바탕체" pitchFamily="17" charset="-127"/>
              </a:rPr>
              <a:t>매출 현황 으로 이동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58060" y="2060848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19. </a:t>
            </a:r>
            <a:r>
              <a:rPr lang="ko-KR" altLang="en-US" dirty="0" smtClean="0">
                <a:ea typeface="문체부 제목 바탕체" pitchFamily="17" charset="-127"/>
              </a:rPr>
              <a:t>해당 내용 검색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44208" y="1556792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18. </a:t>
            </a:r>
            <a:r>
              <a:rPr lang="ko-KR" altLang="en-US" dirty="0" smtClean="0">
                <a:ea typeface="문체부 제목 바탕체" pitchFamily="17" charset="-127"/>
              </a:rPr>
              <a:t>검색 내용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44208" y="1115849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17. </a:t>
            </a:r>
            <a:r>
              <a:rPr lang="ko-KR" altLang="en-US" dirty="0" smtClean="0">
                <a:ea typeface="문체부 제목 바탕체" pitchFamily="17" charset="-127"/>
              </a:rPr>
              <a:t>검색 조건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77035" y="3006825"/>
            <a:ext cx="283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21. </a:t>
            </a:r>
            <a:r>
              <a:rPr lang="ko-KR" altLang="en-US" dirty="0" smtClean="0">
                <a:ea typeface="문체부 제목 바탕체" pitchFamily="17" charset="-127"/>
              </a:rPr>
              <a:t>고객 정보 삭제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77035" y="3429000"/>
            <a:ext cx="1867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22. </a:t>
            </a:r>
            <a:r>
              <a:rPr lang="ko-KR" altLang="en-US" dirty="0" smtClean="0">
                <a:ea typeface="문체부 제목 바탕체" pitchFamily="17" charset="-127"/>
              </a:rPr>
              <a:t>리스트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77035" y="3917313"/>
            <a:ext cx="234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23. </a:t>
            </a:r>
            <a:r>
              <a:rPr lang="ko-KR" altLang="en-US" dirty="0" smtClean="0">
                <a:ea typeface="문체부 제목 바탕체" pitchFamily="17" charset="-127"/>
              </a:rPr>
              <a:t>고객 </a:t>
            </a:r>
            <a:r>
              <a:rPr lang="ko-KR" altLang="en-US" dirty="0" err="1" smtClean="0">
                <a:ea typeface="문체부 제목 바탕체" pitchFamily="17" charset="-127"/>
              </a:rPr>
              <a:t>정보창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77035" y="4373361"/>
            <a:ext cx="208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24. </a:t>
            </a:r>
            <a:r>
              <a:rPr lang="ko-KR" altLang="en-US" dirty="0" err="1" smtClean="0">
                <a:ea typeface="문체부 제목 바탕체" pitchFamily="17" charset="-127"/>
              </a:rPr>
              <a:t>로그인창</a:t>
            </a:r>
            <a:r>
              <a:rPr lang="ko-KR" altLang="en-US" dirty="0" smtClean="0">
                <a:ea typeface="문체부 제목 바탕체" pitchFamily="17" charset="-127"/>
              </a:rPr>
              <a:t> 이동 </a:t>
            </a:r>
            <a:endParaRPr lang="ko-KR" altLang="en-US" dirty="0">
              <a:ea typeface="문체부 제목 바탕체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384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고객 정보</a:t>
            </a:r>
            <a:endParaRPr lang="en-US" altLang="ko-KR" sz="20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4339" name="Picture 3" descr="C:\Users\alfo\Desktop\프로젝트 1\PPT 자료사진\UI 구조\고객 정보\고객 정보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6297153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6066" y="155679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4992" y="155679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4123" y="155679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4992" y="189811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066" y="187995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0107" y="189834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7019" y="187995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22842" y="187995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8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8509" y="207346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9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00107" y="2091622"/>
            <a:ext cx="4788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10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7903" y="2073464"/>
            <a:ext cx="5040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6548" y="2394304"/>
            <a:ext cx="515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75905" y="2091622"/>
            <a:ext cx="4320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7581" y="120352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1. </a:t>
            </a:r>
            <a:r>
              <a:rPr lang="ko-KR" altLang="en-US" dirty="0" smtClean="0">
                <a:ea typeface="문체부 제목 바탕체" pitchFamily="17" charset="-127"/>
              </a:rPr>
              <a:t>수정할 이름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7581" y="158175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2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나</a:t>
            </a:r>
            <a:r>
              <a:rPr lang="ko-KR" altLang="en-US" dirty="0">
                <a:ea typeface="문체부 제목 바탕체" pitchFamily="17" charset="-127"/>
              </a:rPr>
              <a:t>이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r>
              <a:rPr lang="ko-KR" altLang="en-US" dirty="0">
                <a:ea typeface="문체부 제목 바탕체" pitchFamily="17" charset="-127"/>
              </a:rPr>
              <a:t>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7581" y="1951086"/>
            <a:ext cx="3166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3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핸드폰번호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>
                <a:ea typeface="문체부 제목 바탕체" pitchFamily="17" charset="-127"/>
              </a:rPr>
              <a:t> </a:t>
            </a:r>
            <a:r>
              <a:rPr lang="en-US" altLang="ko-KR" dirty="0" smtClean="0">
                <a:ea typeface="문체부 제목 바탕체" pitchFamily="17" charset="-127"/>
              </a:rPr>
              <a:t>                      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r>
              <a:rPr lang="ko-KR" altLang="en-US" dirty="0">
                <a:ea typeface="문체부 제목 바탕체" pitchFamily="17" charset="-127"/>
              </a:rPr>
              <a:t>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7581" y="253280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4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직</a:t>
            </a:r>
            <a:r>
              <a:rPr lang="ko-KR" altLang="en-US" dirty="0">
                <a:ea typeface="문체부 제목 바탕체" pitchFamily="17" charset="-127"/>
              </a:rPr>
              <a:t>업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r>
              <a:rPr lang="ko-KR" altLang="en-US" dirty="0">
                <a:ea typeface="문체부 제목 바탕체" pitchFamily="17" charset="-127"/>
              </a:rPr>
              <a:t>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8449" y="285808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5.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성별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03677" y="329564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6.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담당자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08449" y="367426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7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수정할 </a:t>
            </a:r>
            <a:r>
              <a:rPr lang="ko-KR" altLang="en-US" dirty="0" err="1" smtClean="0">
                <a:ea typeface="문체부 제목 바탕체" pitchFamily="17" charset="-127"/>
              </a:rPr>
              <a:t>정액권</a:t>
            </a:r>
            <a:r>
              <a:rPr lang="ko-KR" altLang="en-US" dirty="0" smtClean="0">
                <a:ea typeface="문체부 제목 바탕체" pitchFamily="17" charset="-127"/>
              </a:rPr>
              <a:t> 선택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7581" y="405179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8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적립금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36672" y="4440993"/>
            <a:ext cx="285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9.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방문일자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90492" y="4810325"/>
            <a:ext cx="28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10.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시술종류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90491" y="5179657"/>
            <a:ext cx="28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11.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시술이름 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95317" y="557327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12. </a:t>
            </a:r>
            <a:r>
              <a:rPr lang="ko-KR" altLang="en-US" dirty="0">
                <a:ea typeface="문체부 제목 바탕체" pitchFamily="17" charset="-127"/>
              </a:rPr>
              <a:t>수정할 </a:t>
            </a:r>
            <a:r>
              <a:rPr lang="ko-KR" altLang="en-US" dirty="0" smtClean="0">
                <a:ea typeface="문체부 제목 바탕체" pitchFamily="17" charset="-127"/>
              </a:rPr>
              <a:t>가격 입력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14823" y="5942610"/>
            <a:ext cx="298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13. </a:t>
            </a:r>
            <a:r>
              <a:rPr lang="ko-KR" altLang="en-US" dirty="0" smtClean="0">
                <a:ea typeface="문체부 제목 바탕체" pitchFamily="17" charset="-127"/>
              </a:rPr>
              <a:t>수정할 시술내용 입력</a:t>
            </a:r>
            <a:endParaRPr lang="ko-KR" altLang="en-US" dirty="0">
              <a:ea typeface="문체부 제목 바탕체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06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 noGrp="1"/>
          </p:cNvSpPr>
          <p:nvPr>
            <p:ph idx="1"/>
          </p:nvPr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고객 정보</a:t>
            </a:r>
            <a:endParaRPr lang="en-US" altLang="ko-KR" sz="20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4339" name="Picture 3" descr="C:\Users\alfo\Desktop\프로젝트 1\PPT 자료사진\UI 구조\고객 정보\고객 정보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6297153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699792" y="3042751"/>
            <a:ext cx="5052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5592" y="3042752"/>
            <a:ext cx="4308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5226" y="6165304"/>
            <a:ext cx="4308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16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7581" y="120352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14. </a:t>
            </a:r>
            <a:r>
              <a:rPr lang="ko-KR" altLang="en-US" dirty="0" smtClean="0">
                <a:ea typeface="문체부 제목 바탕체" pitchFamily="17" charset="-127"/>
              </a:rPr>
              <a:t>고객 정보 추가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7123" y="4540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15. </a:t>
            </a:r>
            <a:r>
              <a:rPr lang="ko-KR" altLang="en-US" dirty="0" smtClean="0">
                <a:ea typeface="문체부 제목 바탕체" pitchFamily="17" charset="-127"/>
              </a:rPr>
              <a:t>고객 정보 수정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1667" y="63000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16. </a:t>
            </a:r>
            <a:r>
              <a:rPr lang="ko-KR" altLang="en-US" dirty="0" err="1" smtClean="0">
                <a:ea typeface="문체부 제목 바탕체" pitchFamily="17" charset="-127"/>
              </a:rPr>
              <a:t>정보창</a:t>
            </a:r>
            <a:r>
              <a:rPr lang="ko-KR" altLang="en-US" dirty="0" smtClean="0">
                <a:ea typeface="문체부 제목 바탕체" pitchFamily="17" charset="-127"/>
              </a:rPr>
              <a:t> 닫기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5362" name="Picture 2" descr="C:\Users\alfo\Desktop\프로젝트 1\PPT 자료사진\UI 구조\고객 정보\고객 정보 추가 완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045" y="1571529"/>
            <a:ext cx="2593073" cy="124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3" name="Picture 3" descr="C:\Users\alfo\Desktop\프로젝트 1\PPT 자료사진\UI 구조\고객 정보\고객 정보 저장 오류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581" y="2946221"/>
            <a:ext cx="2551372" cy="128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C:\Users\alfo\Desktop\프로젝트 1\PPT 자료사진\UI 구조\고객 정보\고객 정보 수정 완료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67" y="4909460"/>
            <a:ext cx="2577744" cy="120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0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당일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6386" name="Picture 2" descr="C:\Users\alfo\Desktop\프로젝트 1\PPT 자료사진\UI 구조\매출 현황\당일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78483"/>
            <a:ext cx="5832647" cy="467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68937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169998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95124" y="170919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3968" y="16984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6259" y="170919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79811" y="544522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1220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0192" y="1278356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문체부 제목 바탕체" pitchFamily="17" charset="-127"/>
              </a:rPr>
              <a:t>확인 할 당일 매출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ko-KR" altLang="en-US" dirty="0" smtClean="0">
                <a:ea typeface="문체부 제목 바탕체" pitchFamily="17" charset="-127"/>
              </a:rPr>
              <a:t>    날자 선택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0192" y="2351477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엑셀</a:t>
            </a:r>
            <a:r>
              <a:rPr lang="en-US" altLang="ko-KR" dirty="0" smtClean="0">
                <a:ea typeface="문체부 제목 바탕체" pitchFamily="17" charset="-127"/>
              </a:rPr>
              <a:t>,PDF </a:t>
            </a:r>
            <a:r>
              <a:rPr lang="ko-KR" altLang="en-US" dirty="0" smtClean="0">
                <a:ea typeface="문체부 제목 바탕체" pitchFamily="17" charset="-127"/>
              </a:rPr>
              <a:t>저장 위치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</a:t>
            </a:r>
            <a:r>
              <a:rPr lang="ko-KR" altLang="en-US" dirty="0" smtClean="0">
                <a:ea typeface="문체부 제목 바탕체" pitchFamily="17" charset="-127"/>
              </a:rPr>
              <a:t>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0192" y="192468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당일 매출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9820" y="4581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엑셀 파일 로 저장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6387" name="Picture 3" descr="C:\Users\alfo\Desktop\프로젝트 1\PPT 자료사진\UI 구조\매출 현황\저장폴더 선택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016" y="2986373"/>
            <a:ext cx="2674640" cy="150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C:\Users\alfo\Desktop\프로젝트 1\PPT 자료사진\UI 구조\매출 현황\당일매출 성공 창 엑셀 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586" y="4935872"/>
            <a:ext cx="2705138" cy="130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49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당일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6386" name="Picture 2" descr="C:\Users\alfo\Desktop\프로젝트 1\PPT 자료사진\UI 구조\매출 현황\당일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78483"/>
            <a:ext cx="5832647" cy="467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68937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169998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95124" y="170919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3968" y="16984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6259" y="170919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79811" y="544522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1220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5548" y="125819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PDF </a:t>
            </a:r>
            <a:r>
              <a:rPr lang="ko-KR" altLang="en-US" dirty="0" smtClean="0">
                <a:ea typeface="문체부 제목 바탕체" pitchFamily="17" charset="-127"/>
              </a:rPr>
              <a:t>파일로 저장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47861" y="286043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당일 총액 표시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47861" y="32661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7. </a:t>
            </a:r>
            <a:r>
              <a:rPr lang="ko-KR" altLang="en-US" dirty="0" smtClean="0">
                <a:ea typeface="문체부 제목 바탕체" pitchFamily="17" charset="-127"/>
              </a:rPr>
              <a:t>매출 현황 창 닫기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1506" name="Picture 2" descr="C:\Users\alfo\Desktop\프로젝트 1\PPT 자료사진\UI 구조\매출 현황\당일매출 성공 창 PDF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102" y="1609765"/>
            <a:ext cx="2583806" cy="125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53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매출 코딩 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3074" name="Picture 2" descr="C:\Users\alfo\Desktop\프로젝트 1\PPT 자료사진\프로그램 구조\매출현황 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4" y="1196752"/>
            <a:ext cx="4794738" cy="348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lfo\Desktop\프로젝트 1\PPT 자료사진\프로그램 구조\매출현황 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76" y="4680664"/>
            <a:ext cx="4802196" cy="184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alfo\Desktop\프로젝트 1\PPT 자료사진\프로그램 구조\매출현황 3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383" y="2180529"/>
            <a:ext cx="4891088" cy="77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alfo\Desktop\프로젝트 1\PPT 자료사진\프로그램 구조\매출현황 4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234778"/>
            <a:ext cx="4891088" cy="79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alfo\Desktop\프로젝트 1\PPT 자료사진\프로그램 구조\매출현황 5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720" y="4293096"/>
            <a:ext cx="4891088" cy="86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alfo\Desktop\프로젝트 1\PPT 자료사진\프로그램 구조\매출현황 6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5373216"/>
            <a:ext cx="4891088" cy="93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95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월별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7410" name="Picture 2" descr="C:\Users\alfo\Desktop\프로젝트 1\PPT 자료사진\UI 구조\매출 현황\월별 매출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6048671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338" y="171790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177335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6256" y="177281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2842" y="177335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1817" y="177335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3217" y="549690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338" y="514960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0192" y="1278356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문체부 제목 바탕체" pitchFamily="17" charset="-127"/>
              </a:rPr>
              <a:t>확인 할 월별 매출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ko-KR" altLang="en-US" dirty="0" smtClean="0">
                <a:ea typeface="문체부 제목 바탕체" pitchFamily="17" charset="-127"/>
              </a:rPr>
              <a:t>    날자 선택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0192" y="2351477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엑셀</a:t>
            </a:r>
            <a:r>
              <a:rPr lang="en-US" altLang="ko-KR" dirty="0" smtClean="0">
                <a:ea typeface="문체부 제목 바탕체" pitchFamily="17" charset="-127"/>
              </a:rPr>
              <a:t>,PDF </a:t>
            </a:r>
            <a:r>
              <a:rPr lang="ko-KR" altLang="en-US" dirty="0" smtClean="0">
                <a:ea typeface="문체부 제목 바탕체" pitchFamily="17" charset="-127"/>
              </a:rPr>
              <a:t>저장 위치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</a:t>
            </a:r>
            <a:r>
              <a:rPr lang="ko-KR" altLang="en-US" dirty="0" smtClean="0">
                <a:ea typeface="문체부 제목 바탕체" pitchFamily="17" charset="-127"/>
              </a:rPr>
              <a:t>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0192" y="192468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당일 매출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4" name="Picture 3" descr="C:\Users\alfo\Desktop\프로젝트 1\PPT 자료사진\UI 구조\매출 현황\저장폴더 선택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856" y="2986373"/>
            <a:ext cx="2674640" cy="150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6299820" y="4581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엑셀 파일 로 저장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7411" name="Picture 3" descr="C:\Users\alfo\Desktop\프로젝트 1\PPT 자료사진\UI 구조\매출 현황\월별 성공 창 엑셀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458" y="4973908"/>
            <a:ext cx="2633038" cy="133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83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월별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7410" name="Picture 2" descr="C:\Users\alfo\Desktop\프로젝트 1\PPT 자료사진\UI 구조\매출 현황\월별 매출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6048671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338" y="1717905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177335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6256" y="177281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2842" y="1773351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1817" y="1773352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3217" y="549690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7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338" y="514960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5548" y="125819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PDF </a:t>
            </a:r>
            <a:r>
              <a:rPr lang="ko-KR" altLang="en-US" dirty="0" smtClean="0">
                <a:ea typeface="문체부 제목 바탕체" pitchFamily="17" charset="-127"/>
              </a:rPr>
              <a:t>파일로 저장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47861" y="303305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당일 총액 표시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47861" y="358690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7. </a:t>
            </a:r>
            <a:r>
              <a:rPr lang="ko-KR" altLang="en-US" dirty="0" smtClean="0">
                <a:ea typeface="문체부 제목 바탕체" pitchFamily="17" charset="-127"/>
              </a:rPr>
              <a:t>매출 현황 창 닫기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2530" name="Picture 2" descr="C:\Users\alfo\Desktop\프로젝트 1\PPT 자료사진\UI 구조\매출 현황\월별 성공 창 PDF 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617" y="1627531"/>
            <a:ext cx="2683283" cy="129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46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구분별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8434" name="Picture 2" descr="C:\Users\alfo\Desktop\프로젝트 1\PPT 자료사진\UI 구조\매출 현황\구분별 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278483"/>
            <a:ext cx="6120680" cy="484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09329" y="185095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0463" y="185095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9140" y="18509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16148" y="186209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4291" y="187246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08007" y="55892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0192" y="1278356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문체부 제목 바탕체" pitchFamily="17" charset="-127"/>
              </a:rPr>
              <a:t>확인 할 </a:t>
            </a:r>
            <a:r>
              <a:rPr lang="ko-KR" altLang="en-US" dirty="0" err="1" smtClean="0">
                <a:ea typeface="문체부 제목 바탕체" pitchFamily="17" charset="-127"/>
              </a:rPr>
              <a:t>구분별</a:t>
            </a:r>
            <a:r>
              <a:rPr lang="ko-KR" altLang="en-US" dirty="0" smtClean="0">
                <a:ea typeface="문체부 제목 바탕체" pitchFamily="17" charset="-127"/>
              </a:rPr>
              <a:t> 매출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ko-KR" altLang="en-US" dirty="0" smtClean="0">
                <a:ea typeface="문체부 제목 바탕체" pitchFamily="17" charset="-127"/>
              </a:rPr>
              <a:t>    날자 선택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0192" y="2351477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엑셀</a:t>
            </a:r>
            <a:r>
              <a:rPr lang="en-US" altLang="ko-KR" dirty="0" smtClean="0">
                <a:ea typeface="문체부 제목 바탕체" pitchFamily="17" charset="-127"/>
              </a:rPr>
              <a:t>,PDF </a:t>
            </a:r>
            <a:r>
              <a:rPr lang="ko-KR" altLang="en-US" dirty="0" smtClean="0">
                <a:ea typeface="문체부 제목 바탕체" pitchFamily="17" charset="-127"/>
              </a:rPr>
              <a:t>저장 위치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</a:t>
            </a:r>
            <a:r>
              <a:rPr lang="ko-KR" altLang="en-US" dirty="0" smtClean="0">
                <a:ea typeface="문체부 제목 바탕체" pitchFamily="17" charset="-127"/>
              </a:rPr>
              <a:t>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0192" y="192468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당일 매출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4" name="Picture 3" descr="C:\Users\alfo\Desktop\프로젝트 1\PPT 자료사진\UI 구조\매출 현황\저장폴더 선택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745" y="2997808"/>
            <a:ext cx="2674640" cy="150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6372200" y="4581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엑셀 파일 로 저장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8435" name="Picture 3" descr="C:\Users\alfo\Desktop\프로젝트 1\PPT 자료사진\UI 구조\매출 현황\구분별 성공 창 엑셀 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77" y="4993887"/>
            <a:ext cx="2534519" cy="122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63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구분별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8434" name="Picture 2" descr="C:\Users\alfo\Desktop\프로젝트 1\PPT 자료사진\UI 구조\매출 현황\구분별 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278483"/>
            <a:ext cx="6120680" cy="484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09329" y="185095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0463" y="185095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9140" y="18509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16148" y="186209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4291" y="187246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08007" y="55892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2201" y="144286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PDF </a:t>
            </a:r>
            <a:r>
              <a:rPr lang="ko-KR" altLang="en-US" dirty="0" smtClean="0">
                <a:ea typeface="문체부 제목 바탕체" pitchFamily="17" charset="-127"/>
              </a:rPr>
              <a:t>파일로 저장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9163" y="333299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매출 현황 창 닫기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3554" name="Picture 2" descr="C:\Users\alfo\Desktop\프로젝트 1\PPT 자료사진\UI 구조\매출 현황\구분별 성공 창 PDF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009" y="1872463"/>
            <a:ext cx="2594442" cy="125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54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고객별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9458" name="Picture 2" descr="C:\Users\alfo\Desktop\프로젝트 1\PPT 자료사진\UI 구조\매출 현황\고객별 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268760"/>
            <a:ext cx="6264695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8509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18732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8247" y="188481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66858" y="187143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4291" y="187131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0014" y="580299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4208" y="1296549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문체부 제목 바탕체" pitchFamily="17" charset="-127"/>
              </a:rPr>
              <a:t>확인 할 고객별 매출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ko-KR" altLang="en-US" dirty="0" smtClean="0">
                <a:ea typeface="문체부 제목 바탕체" pitchFamily="17" charset="-127"/>
              </a:rPr>
              <a:t>    날자 선택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37921" y="2351477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엑셀</a:t>
            </a:r>
            <a:r>
              <a:rPr lang="en-US" altLang="ko-KR" dirty="0" smtClean="0">
                <a:ea typeface="문체부 제목 바탕체" pitchFamily="17" charset="-127"/>
              </a:rPr>
              <a:t>,PDF </a:t>
            </a:r>
            <a:r>
              <a:rPr lang="ko-KR" altLang="en-US" dirty="0" smtClean="0">
                <a:ea typeface="문체부 제목 바탕체" pitchFamily="17" charset="-127"/>
              </a:rPr>
              <a:t>저장 위치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</a:t>
            </a:r>
            <a:r>
              <a:rPr lang="ko-KR" altLang="en-US" dirty="0" smtClean="0">
                <a:ea typeface="문체부 제목 바탕체" pitchFamily="17" charset="-127"/>
              </a:rPr>
              <a:t>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37921" y="194499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당일 매출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8" name="Picture 3" descr="C:\Users\alfo\Desktop\프로젝트 1\PPT 자료사진\UI 구조\매출 현황\저장폴더 선택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359" y="2997808"/>
            <a:ext cx="2586001" cy="150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6372200" y="4581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엑셀 파일 로 저장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19459" name="Picture 3" descr="C:\Users\alfo\Desktop\프로젝트 1\PPT 자료사진\UI 구조\매출 현황\고객별 성공 창 엑셀 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202" y="4987275"/>
            <a:ext cx="2527007" cy="12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61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고객별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19458" name="Picture 2" descr="C:\Users\alfo\Desktop\프로젝트 1\PPT 자료사진\UI 구조\매출 현황\고객별 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268760"/>
            <a:ext cx="6264695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850959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187324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8247" y="188481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66858" y="187143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4291" y="187131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0014" y="5802998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4208" y="143948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PDF </a:t>
            </a:r>
            <a:r>
              <a:rPr lang="ko-KR" altLang="en-US" dirty="0" smtClean="0">
                <a:ea typeface="문체부 제목 바탕체" pitchFamily="17" charset="-127"/>
              </a:rPr>
              <a:t>파일로 저장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1170" y="332961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매출 현황 창 닫기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4578" name="Picture 2" descr="C:\Users\alfo\Desktop\프로젝트 1\PPT 자료사진\UI 구조\매출 현황\고객별 성공 창 PDF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653" y="1850959"/>
            <a:ext cx="2588715" cy="125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51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담당자별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20482" name="Picture 2" descr="C:\Users\alfo\Desktop\프로젝트 1\PPT 자료사진\UI 구조\매출 현황\담당자별 매출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268760"/>
            <a:ext cx="6192688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87077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188298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6256" y="187312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0621" y="187131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99382" y="187077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3342" y="573325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0192" y="1278356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문체부 제목 바탕체" pitchFamily="17" charset="-127"/>
              </a:rPr>
              <a:t>확인할  담당자 별 </a:t>
            </a:r>
            <a:endParaRPr lang="en-US" altLang="ko-KR" dirty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 </a:t>
            </a:r>
            <a:r>
              <a:rPr lang="ko-KR" altLang="en-US" dirty="0" smtClean="0">
                <a:ea typeface="문체부 제목 바탕체" pitchFamily="17" charset="-127"/>
              </a:rPr>
              <a:t>매출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r>
              <a:rPr lang="ko-KR" altLang="en-US" dirty="0" smtClean="0">
                <a:ea typeface="문체부 제목 바탕체" pitchFamily="17" charset="-127"/>
              </a:rPr>
              <a:t>날자 선택</a:t>
            </a:r>
            <a:endParaRPr lang="en-US" altLang="ko-KR" dirty="0" smtClean="0">
              <a:ea typeface="문체부 제목 바탕체" pitchFamily="17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0192" y="2351477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3. </a:t>
            </a:r>
            <a:r>
              <a:rPr lang="ko-KR" altLang="en-US" dirty="0" smtClean="0">
                <a:ea typeface="문체부 제목 바탕체" pitchFamily="17" charset="-127"/>
              </a:rPr>
              <a:t>엑셀</a:t>
            </a:r>
            <a:r>
              <a:rPr lang="en-US" altLang="ko-KR" dirty="0" smtClean="0">
                <a:ea typeface="문체부 제목 바탕체" pitchFamily="17" charset="-127"/>
              </a:rPr>
              <a:t>,PDF </a:t>
            </a:r>
            <a:r>
              <a:rPr lang="ko-KR" altLang="en-US" dirty="0" smtClean="0">
                <a:ea typeface="문체부 제목 바탕체" pitchFamily="17" charset="-127"/>
              </a:rPr>
              <a:t>저장 위치</a:t>
            </a:r>
            <a:endParaRPr lang="en-US" altLang="ko-KR" dirty="0" smtClean="0">
              <a:ea typeface="문체부 제목 바탕체" pitchFamily="17" charset="-127"/>
            </a:endParaRPr>
          </a:p>
          <a:p>
            <a:r>
              <a:rPr lang="en-US" altLang="ko-KR" dirty="0" smtClean="0">
                <a:ea typeface="문체부 제목 바탕체" pitchFamily="17" charset="-127"/>
              </a:rPr>
              <a:t>   </a:t>
            </a:r>
            <a:r>
              <a:rPr lang="ko-KR" altLang="en-US" dirty="0" smtClean="0">
                <a:ea typeface="문체부 제목 바탕체" pitchFamily="17" charset="-127"/>
              </a:rPr>
              <a:t>선택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0192" y="192468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2. </a:t>
            </a:r>
            <a:r>
              <a:rPr lang="ko-KR" altLang="en-US" dirty="0" smtClean="0">
                <a:ea typeface="문체부 제목 바탕체" pitchFamily="17" charset="-127"/>
              </a:rPr>
              <a:t>당일 매출 </a:t>
            </a:r>
            <a:r>
              <a:rPr lang="ko-KR" altLang="en-US" dirty="0" err="1" smtClean="0">
                <a:ea typeface="문체부 제목 바탕체" pitchFamily="17" charset="-127"/>
              </a:rPr>
              <a:t>리셋</a:t>
            </a:r>
            <a:r>
              <a:rPr lang="ko-KR" altLang="en-US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8" name="Picture 3" descr="C:\Users\alfo\Desktop\프로젝트 1\PPT 자료사진\UI 구조\매출 현황\저장폴더 선택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745" y="2997808"/>
            <a:ext cx="2674640" cy="150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6372200" y="458112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ea typeface="문체부 제목 바탕체" pitchFamily="17" charset="-127"/>
              </a:rPr>
              <a:t>4. </a:t>
            </a:r>
            <a:r>
              <a:rPr lang="ko-KR" altLang="en-US" dirty="0" smtClean="0">
                <a:ea typeface="문체부 제목 바탕체" pitchFamily="17" charset="-127"/>
              </a:rPr>
              <a:t>엑셀 파일 로 저장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0483" name="Picture 3" descr="C:\Users\alfo\Desktop\프로젝트 1\PPT 자료사진\UI 구조\매출 현황\담당자별 성공 창 엑셀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119" y="4955125"/>
            <a:ext cx="2681514" cy="129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80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457200" y="333375"/>
            <a:ext cx="8229600" cy="5792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66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4</a:t>
            </a:r>
            <a:r>
              <a:rPr lang="en-US" altLang="ko-KR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. </a:t>
            </a:r>
            <a:r>
              <a:rPr lang="en-US" altLang="ko-KR" sz="54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UI </a:t>
            </a:r>
            <a:r>
              <a:rPr lang="ko-KR" altLang="en-US" sz="4000" b="1" u="sng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및 기 능 소 개</a:t>
            </a: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	- </a:t>
            </a:r>
            <a:r>
              <a:rPr lang="ko-KR" altLang="en-US" sz="2000" dirty="0" err="1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담당자별</a:t>
            </a:r>
            <a:r>
              <a:rPr lang="ko-KR" altLang="en-US" sz="2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매출</a:t>
            </a:r>
            <a:endParaRPr lang="en-US" altLang="ko-KR" sz="20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ko-KR" sz="28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  <p:pic>
        <p:nvPicPr>
          <p:cNvPr id="20482" name="Picture 2" descr="C:\Users\alfo\Desktop\프로젝트 1\PPT 자료사진\UI 구조\매출 현황\담당자별 매출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268760"/>
            <a:ext cx="6192688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289" y="1870773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ea typeface="문체부 제목 바탕체" pitchFamily="17" charset="-127"/>
              </a:rPr>
              <a:t>1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1882987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2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6256" y="187312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3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0621" y="1871310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4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99382" y="1870774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5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3342" y="5733256"/>
            <a:ext cx="2880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smtClean="0">
                <a:solidFill>
                  <a:srgbClr val="FF0000"/>
                </a:solidFill>
                <a:ea typeface="문체부 제목 바탕체" pitchFamily="17" charset="-127"/>
              </a:rPr>
              <a:t>6</a:t>
            </a:r>
            <a:endParaRPr lang="ko-KR" altLang="en-US" sz="1500" b="1" dirty="0">
              <a:solidFill>
                <a:srgbClr val="FF0000"/>
              </a:solidFill>
              <a:ea typeface="문체부 제목 바탕체" pitchFamily="17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4208" y="143948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5</a:t>
            </a:r>
            <a:r>
              <a:rPr lang="en-US" altLang="ko-KR" dirty="0" smtClean="0">
                <a:ea typeface="문체부 제목 바탕체" pitchFamily="17" charset="-127"/>
              </a:rPr>
              <a:t>. PDF </a:t>
            </a:r>
            <a:r>
              <a:rPr lang="ko-KR" altLang="en-US" dirty="0" smtClean="0">
                <a:ea typeface="문체부 제목 바탕체" pitchFamily="17" charset="-127"/>
              </a:rPr>
              <a:t>파일로 저장</a:t>
            </a:r>
            <a:r>
              <a:rPr lang="en-US" altLang="ko-KR" dirty="0" smtClean="0">
                <a:ea typeface="문체부 제목 바탕체" pitchFamily="17" charset="-127"/>
              </a:rPr>
              <a:t> </a:t>
            </a:r>
            <a:endParaRPr lang="ko-KR" altLang="en-US" dirty="0">
              <a:ea typeface="문체부 제목 바탕체" pitchFamily="17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1170" y="332961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a typeface="문체부 제목 바탕체" pitchFamily="17" charset="-127"/>
              </a:rPr>
              <a:t>6</a:t>
            </a:r>
            <a:r>
              <a:rPr lang="en-US" altLang="ko-KR" dirty="0" smtClean="0">
                <a:ea typeface="문체부 제목 바탕체" pitchFamily="17" charset="-127"/>
              </a:rPr>
              <a:t>. </a:t>
            </a:r>
            <a:r>
              <a:rPr lang="ko-KR" altLang="en-US" dirty="0" smtClean="0">
                <a:ea typeface="문체부 제목 바탕체" pitchFamily="17" charset="-127"/>
              </a:rPr>
              <a:t>매출 현황 창 닫기</a:t>
            </a:r>
            <a:endParaRPr lang="ko-KR" altLang="en-US" dirty="0">
              <a:ea typeface="문체부 제목 바탕체" pitchFamily="17" charset="-127"/>
            </a:endParaRPr>
          </a:p>
        </p:txBody>
      </p:sp>
      <p:pic>
        <p:nvPicPr>
          <p:cNvPr id="25602" name="Picture 2" descr="C:\Users\alfo\Desktop\프로젝트 1\PPT 자료사진\UI 구조\매출 현황\담당자별 성공 창 PDF 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689" y="1808817"/>
            <a:ext cx="2575326" cy="124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00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179512" y="333374"/>
            <a:ext cx="8784976" cy="6263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r>
              <a:rPr lang="en-US" altLang="ko-KR" sz="15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Q &amp; A      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010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3716" cy="6858000"/>
          </a:xfrm>
          <a:prstGeom prst="rect">
            <a:avLst/>
          </a:prstGeom>
        </p:spPr>
      </p:pic>
      <p:sp>
        <p:nvSpPr>
          <p:cNvPr id="5" name="내용 개체 틀 12"/>
          <p:cNvSpPr txBox="1">
            <a:spLocks/>
          </p:cNvSpPr>
          <p:nvPr/>
        </p:nvSpPr>
        <p:spPr>
          <a:xfrm>
            <a:off x="179512" y="333374"/>
            <a:ext cx="8784976" cy="6263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endParaRPr lang="en-US" altLang="ko-KR" sz="2800" dirty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  <a:p>
            <a:pPr marL="0" indent="0" algn="ctr">
              <a:buFont typeface="Arial" pitchFamily="34" charset="0"/>
              <a:buNone/>
            </a:pPr>
            <a:r>
              <a:rPr lang="en-US" altLang="ko-KR" sz="15000" dirty="0" smtClean="0">
                <a:latin typeface="Arabic Typesetting" pitchFamily="66" charset="-78"/>
                <a:ea typeface="문체부 제목 바탕체" pitchFamily="17" charset="-127"/>
                <a:cs typeface="Arabic Typesetting" pitchFamily="66" charset="-78"/>
              </a:rPr>
              <a:t>Thank You</a:t>
            </a:r>
          </a:p>
          <a:p>
            <a:pPr marL="0" indent="0">
              <a:buFont typeface="Arial" pitchFamily="34" charset="0"/>
              <a:buNone/>
            </a:pPr>
            <a:endParaRPr lang="en-US" altLang="ko-KR" sz="2800" dirty="0" smtClean="0">
              <a:latin typeface="Arabic Typesetting" pitchFamily="66" charset="-78"/>
              <a:ea typeface="문체부 제목 바탕체" pitchFamily="17" charset="-127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215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1433</Words>
  <Application>Microsoft Office PowerPoint</Application>
  <PresentationFormat>화면 슬라이드 쇼(4:3)</PresentationFormat>
  <Paragraphs>609</Paragraphs>
  <Slides>42</Slides>
  <Notes>11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개 발 일 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ㅁ</vt:lpstr>
      <vt:lpstr>ㅁ</vt:lpstr>
      <vt:lpstr>ㅁ</vt:lpstr>
      <vt:lpstr>PowerPoint 프레젠테이션</vt:lpstr>
      <vt:lpstr>ㅁ</vt:lpstr>
      <vt:lpstr>PowerPoint 프레젠테이션</vt:lpstr>
      <vt:lpstr>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alfo8-11</dc:creator>
  <cp:lastModifiedBy>alfo8-11</cp:lastModifiedBy>
  <cp:revision>59</cp:revision>
  <dcterms:created xsi:type="dcterms:W3CDTF">2018-08-23T00:21:28Z</dcterms:created>
  <dcterms:modified xsi:type="dcterms:W3CDTF">2019-01-17T07:48:51Z</dcterms:modified>
</cp:coreProperties>
</file>